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71" r:id="rId6"/>
    <p:sldId id="261" r:id="rId7"/>
    <p:sldId id="267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0406-8032-4AAA-A8F2-7436CE159072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EDDB2-1629-45AE-94C6-DF785A9D8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69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0406-8032-4AAA-A8F2-7436CE159072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EDDB2-1629-45AE-94C6-DF785A9D8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85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0406-8032-4AAA-A8F2-7436CE159072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EDDB2-1629-45AE-94C6-DF785A9D8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089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0406-8032-4AAA-A8F2-7436CE159072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EDDB2-1629-45AE-94C6-DF785A9D8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696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0406-8032-4AAA-A8F2-7436CE159072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EDDB2-1629-45AE-94C6-DF785A9D8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041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0406-8032-4AAA-A8F2-7436CE159072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EDDB2-1629-45AE-94C6-DF785A9D8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909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0406-8032-4AAA-A8F2-7436CE159072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EDDB2-1629-45AE-94C6-DF785A9D8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385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0406-8032-4AAA-A8F2-7436CE159072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EDDB2-1629-45AE-94C6-DF785A9D8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0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0406-8032-4AAA-A8F2-7436CE159072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EDDB2-1629-45AE-94C6-DF785A9D8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327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0406-8032-4AAA-A8F2-7436CE159072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EDDB2-1629-45AE-94C6-DF785A9D8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29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0406-8032-4AAA-A8F2-7436CE159072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EDDB2-1629-45AE-94C6-DF785A9D8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777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0406-8032-4AAA-A8F2-7436CE159072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EDDB2-1629-45AE-94C6-DF785A9D87B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7310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0406-8032-4AAA-A8F2-7436CE159072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EDDB2-1629-45AE-94C6-DF785A9D8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478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0406-8032-4AAA-A8F2-7436CE159072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EDDB2-1629-45AE-94C6-DF785A9D8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10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0406-8032-4AAA-A8F2-7436CE159072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EDDB2-1629-45AE-94C6-DF785A9D8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5236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0406-8032-4AAA-A8F2-7436CE159072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EDDB2-1629-45AE-94C6-DF785A9D8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3623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0406-8032-4AAA-A8F2-7436CE159072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EDDB2-1629-45AE-94C6-DF785A9D8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921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3A50406-8032-4AAA-A8F2-7436CE159072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EDDB2-1629-45AE-94C6-DF785A9D8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2181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C8BBA-0CC3-3751-AB61-03A7F5600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588" y="2080620"/>
            <a:ext cx="9597926" cy="1860561"/>
          </a:xfrm>
        </p:spPr>
        <p:txBody>
          <a:bodyPr/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on </a:t>
            </a:r>
            <a:b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E-Commerce(Online Shopping)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ED0D15-B8F1-7D86-93FA-37DC8A8695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7886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3CD1-3AC2-15D8-9C57-812E77DA6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E-Commerce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62FB8-051C-5B3A-5C92-F05C5758B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known as Online Market Place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 of buying and selling goods and services over an electronic systems such as the internet and other computer networks.</a:t>
            </a:r>
          </a:p>
        </p:txBody>
      </p:sp>
    </p:spTree>
    <p:extLst>
      <p:ext uri="{BB962C8B-B14F-4D97-AF65-F5344CB8AC3E}">
        <p14:creationId xmlns:p14="http://schemas.microsoft.com/office/powerpoint/2010/main" val="234365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54461-33B1-B36C-AF8C-CB56416A2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60385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98004-33BF-7DBD-889B-2DCB683E6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9985"/>
            <a:ext cx="8596668" cy="4571377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is an e-commerce website where users can browse and buy products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add products to the cart and checkout by entering their name, email, and address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 functionality is handled using browser Local Storage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separate Admin Panel allows product management (Add, Edit, Delete)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 is required to access the admin panel secured with admin id and password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and product information are securely stored in the database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962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6BC5-D01D-0D7F-2CC9-FCD58FD62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07C66-5490-46C4-366E-968A58083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89905"/>
            <a:ext cx="8596668" cy="4351458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List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Details Page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Browsing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Cart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Checkout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Panel</a:t>
            </a:r>
          </a:p>
        </p:txBody>
      </p:sp>
    </p:spTree>
    <p:extLst>
      <p:ext uri="{BB962C8B-B14F-4D97-AF65-F5344CB8AC3E}">
        <p14:creationId xmlns:p14="http://schemas.microsoft.com/office/powerpoint/2010/main" val="2243300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9F9DD-DD01-B849-291F-0B044363F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90675-8005-6B31-A508-06929818D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740402"/>
            <a:ext cx="8946541" cy="4195481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lvl="1" indent="42545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lvl="1" indent="42545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 lvl="1" indent="42545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 marL="358775" lvl="1" indent="-358775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1168400" lvl="2" indent="-45085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+ Spring Boot</a:t>
            </a:r>
          </a:p>
          <a:p>
            <a:pPr marL="358775" lvl="2" indent="-358775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168400" lvl="3" indent="-45085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</p:txBody>
      </p:sp>
    </p:spTree>
    <p:extLst>
      <p:ext uri="{BB962C8B-B14F-4D97-AF65-F5344CB8AC3E}">
        <p14:creationId xmlns:p14="http://schemas.microsoft.com/office/powerpoint/2010/main" val="554747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CA43E-33B2-E26B-54CA-8592E7A26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85196"/>
            <a:ext cx="8596668" cy="821802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Process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B14FE4-65C4-FE7A-26C0-D318244ADC21}"/>
              </a:ext>
            </a:extLst>
          </p:cNvPr>
          <p:cNvSpPr/>
          <p:nvPr/>
        </p:nvSpPr>
        <p:spPr>
          <a:xfrm>
            <a:off x="330094" y="1096700"/>
            <a:ext cx="8142574" cy="50263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85448C-8B68-4938-17AC-C4856962D467}"/>
              </a:ext>
            </a:extLst>
          </p:cNvPr>
          <p:cNvCxnSpPr/>
          <p:nvPr/>
        </p:nvCxnSpPr>
        <p:spPr>
          <a:xfrm>
            <a:off x="844952" y="1111170"/>
            <a:ext cx="0" cy="50234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87E278-7090-1D82-8E39-D80FFC9D0141}"/>
              </a:ext>
            </a:extLst>
          </p:cNvPr>
          <p:cNvCxnSpPr>
            <a:cxnSpLocks/>
          </p:cNvCxnSpPr>
          <p:nvPr/>
        </p:nvCxnSpPr>
        <p:spPr>
          <a:xfrm>
            <a:off x="330092" y="4396932"/>
            <a:ext cx="81425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C9AC4643-D376-2C03-161E-E625B19FC09D}"/>
              </a:ext>
            </a:extLst>
          </p:cNvPr>
          <p:cNvSpPr/>
          <p:nvPr/>
        </p:nvSpPr>
        <p:spPr>
          <a:xfrm>
            <a:off x="3761770" y="1254044"/>
            <a:ext cx="1145886" cy="59030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Start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16DE86-33B2-FBED-29A3-C179E3B4BD27}"/>
              </a:ext>
            </a:extLst>
          </p:cNvPr>
          <p:cNvSpPr/>
          <p:nvPr/>
        </p:nvSpPr>
        <p:spPr>
          <a:xfrm>
            <a:off x="3217761" y="2047994"/>
            <a:ext cx="2233905" cy="49770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Product List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1AB2BD-42AA-BC3E-D390-F98EAD3EB7D1}"/>
              </a:ext>
            </a:extLst>
          </p:cNvPr>
          <p:cNvSpPr/>
          <p:nvPr/>
        </p:nvSpPr>
        <p:spPr>
          <a:xfrm>
            <a:off x="3217761" y="2818441"/>
            <a:ext cx="2233905" cy="49770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Add to Cart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80EFB4-5B3B-60EF-1F3B-9A5B01F3C33C}"/>
              </a:ext>
            </a:extLst>
          </p:cNvPr>
          <p:cNvSpPr/>
          <p:nvPr/>
        </p:nvSpPr>
        <p:spPr>
          <a:xfrm>
            <a:off x="3217761" y="3607686"/>
            <a:ext cx="2233905" cy="49770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Check Out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C84164-00F1-5051-DEE8-BF378A116347}"/>
              </a:ext>
            </a:extLst>
          </p:cNvPr>
          <p:cNvSpPr/>
          <p:nvPr/>
        </p:nvSpPr>
        <p:spPr>
          <a:xfrm>
            <a:off x="2468417" y="5042221"/>
            <a:ext cx="2233905" cy="49770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Admin Login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84B5F3-5B1F-4318-CDA7-0697E53B4EAD}"/>
              </a:ext>
            </a:extLst>
          </p:cNvPr>
          <p:cNvSpPr/>
          <p:nvPr/>
        </p:nvSpPr>
        <p:spPr>
          <a:xfrm>
            <a:off x="5544263" y="5037890"/>
            <a:ext cx="2233905" cy="49770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Add/Edit/Delete Products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2A8CEC-136E-DAF1-4F8F-05ACBDF3D1FB}"/>
              </a:ext>
            </a:extLst>
          </p:cNvPr>
          <p:cNvSpPr txBox="1"/>
          <p:nvPr/>
        </p:nvSpPr>
        <p:spPr>
          <a:xfrm rot="16200000">
            <a:off x="-312302" y="2188144"/>
            <a:ext cx="1979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accent1"/>
                  </a:solidFill>
                </a:ln>
              </a:rPr>
              <a:t>Customer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9E8750-FD32-E193-DC2C-3B50C87F9F16}"/>
              </a:ext>
            </a:extLst>
          </p:cNvPr>
          <p:cNvSpPr txBox="1"/>
          <p:nvPr/>
        </p:nvSpPr>
        <p:spPr>
          <a:xfrm rot="16200000">
            <a:off x="-121321" y="4672354"/>
            <a:ext cx="1597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accent1"/>
                  </a:solidFill>
                </a:ln>
              </a:rPr>
              <a:t>Admin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F335DF-56E4-D7A0-0F3B-1664055337B7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 flipV="1">
            <a:off x="4702322" y="5286744"/>
            <a:ext cx="841941" cy="4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723390-ECCB-322E-ECAF-FCB7617B4A6A}"/>
              </a:ext>
            </a:extLst>
          </p:cNvPr>
          <p:cNvCxnSpPr>
            <a:stCxn id="8" idx="4"/>
            <a:endCxn id="10" idx="0"/>
          </p:cNvCxnSpPr>
          <p:nvPr/>
        </p:nvCxnSpPr>
        <p:spPr>
          <a:xfrm>
            <a:off x="4334713" y="1844353"/>
            <a:ext cx="1" cy="203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397BD0D-A4C9-EF23-8EA7-06749C5C2859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>
            <a:off x="4334714" y="2545702"/>
            <a:ext cx="0" cy="272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9827425-96E7-28D7-7491-0D10E6783001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4334714" y="3316149"/>
            <a:ext cx="0" cy="291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A559944F-5A70-693A-7876-E7FE894FCC25}"/>
              </a:ext>
            </a:extLst>
          </p:cNvPr>
          <p:cNvSpPr/>
          <p:nvPr/>
        </p:nvSpPr>
        <p:spPr>
          <a:xfrm>
            <a:off x="6470248" y="3620004"/>
            <a:ext cx="1169043" cy="497697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End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4AD0CCF-BF7D-FE87-0987-29283703A997}"/>
              </a:ext>
            </a:extLst>
          </p:cNvPr>
          <p:cNvCxnSpPr>
            <a:stCxn id="14" idx="3"/>
            <a:endCxn id="28" idx="2"/>
          </p:cNvCxnSpPr>
          <p:nvPr/>
        </p:nvCxnSpPr>
        <p:spPr>
          <a:xfrm>
            <a:off x="5451666" y="3856540"/>
            <a:ext cx="1018582" cy="12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931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053F0-F53C-AE7E-62AC-C288920B2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EA568-DA44-B5C1-843C-2D9553A1B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78624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History Tracking for users to view past purchases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Invoice Generation after successful checkout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Integration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Stripe, UPI)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Notifications for order confirmations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Analytics (sales reports, top-selling items)</a:t>
            </a:r>
          </a:p>
        </p:txBody>
      </p:sp>
    </p:spTree>
    <p:extLst>
      <p:ext uri="{BB962C8B-B14F-4D97-AF65-F5344CB8AC3E}">
        <p14:creationId xmlns:p14="http://schemas.microsoft.com/office/powerpoint/2010/main" val="856754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BA5-715B-6095-B76E-74A4C1F2A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276" y="2264765"/>
            <a:ext cx="8596668" cy="1458410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User Interface(GUI)</a:t>
            </a:r>
            <a:endParaRPr lang="en-IN" sz="4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336D9-F10C-381D-593D-E63D707C1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4848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66201-200F-18C2-027A-AB468A557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B1E6DF-2C9E-F2EC-9477-2B2E0858C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70" y="1270000"/>
            <a:ext cx="8808603" cy="495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113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E07D8-0BA1-E664-1F77-D066F4FB8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Product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16FE43-87FE-6D21-7103-AC4E7DDED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564" y="1444905"/>
            <a:ext cx="8477815" cy="476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699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B4D5-4589-B8F8-ACDC-8C58449CE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66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 &amp; Checkout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B1B063-3A87-8E36-D4B0-D22BA2D44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215" y="1435261"/>
            <a:ext cx="8422028" cy="473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131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36357B-F1E2-C6EB-6A7B-45E06D47F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77" y="1023274"/>
            <a:ext cx="8553691" cy="481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384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5E23-34B5-265B-350E-2EBDF773C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A53AFA-ED5D-C6E7-DDFC-2F0AD703D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20" y="1525929"/>
            <a:ext cx="8395504" cy="472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372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C2A8-E072-CFCB-CF68-9DB5B9968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4638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Panel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51819C-156D-8E3D-8878-7836BE810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541" y="1354238"/>
            <a:ext cx="8786471" cy="49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939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4B3258-F00F-0F25-FAB4-D4410DCAF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377" y="888357"/>
            <a:ext cx="9033397" cy="508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77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783DE-07E8-7777-8541-D093AC5D9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754809"/>
            <a:ext cx="8825658" cy="1348381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6E81F9-C2B2-B0C4-F2C7-3CEA75AB14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81874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101</TotalTime>
  <Words>239</Words>
  <Application>Microsoft Office PowerPoint</Application>
  <PresentationFormat>Widescreen</PresentationFormat>
  <Paragraphs>54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Century Gothic</vt:lpstr>
      <vt:lpstr>Times New Roman</vt:lpstr>
      <vt:lpstr>Wingdings 3</vt:lpstr>
      <vt:lpstr>Ion</vt:lpstr>
      <vt:lpstr>Presentation on  E-Commerce(Online Shopping)</vt:lpstr>
      <vt:lpstr>What is E-Commerce</vt:lpstr>
      <vt:lpstr>Project Overview</vt:lpstr>
      <vt:lpstr>Features</vt:lpstr>
      <vt:lpstr>Technologies Used</vt:lpstr>
      <vt:lpstr>Business Process Model</vt:lpstr>
      <vt:lpstr>Future Enhancements</vt:lpstr>
      <vt:lpstr>Graphical User Interface(GUI)</vt:lpstr>
      <vt:lpstr>Home Page</vt:lpstr>
      <vt:lpstr>Single Product Page</vt:lpstr>
      <vt:lpstr>Cart &amp; Checkout Page</vt:lpstr>
      <vt:lpstr>PowerPoint Presentation</vt:lpstr>
      <vt:lpstr>Admin Login Page</vt:lpstr>
      <vt:lpstr>Admin Panel Page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Tallapuneni Venkata Nithesh</dc:creator>
  <cp:lastModifiedBy>Tallapuneni Venkata Nithesh</cp:lastModifiedBy>
  <cp:revision>8</cp:revision>
  <dcterms:created xsi:type="dcterms:W3CDTF">2025-06-16T14:11:24Z</dcterms:created>
  <dcterms:modified xsi:type="dcterms:W3CDTF">2025-06-23T17:02:45Z</dcterms:modified>
</cp:coreProperties>
</file>